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Importance of Exercise in Modern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Exercise enhances physical and mental well-being.</a:t>
            </a:r>
          </a:p>
          <a:p>
            <a:pPr/>
            <a:r>
              <a:t>Improves cardiovascular health and reduces disease risk.</a:t>
            </a:r>
          </a:p>
          <a:p>
            <a:pPr/>
            <a:r>
              <a:t>Boosts mood through endorphin release and stress reduction.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Evidence Supporting Exercise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Regular exercise lowers blood pressure and improves cholesterol.</a:t>
            </a:r>
          </a:p>
          <a:p>
            <a:pPr/>
            <a:r>
              <a:t>Studies show it reduces anxiety and depression symptoms.</a:t>
            </a:r>
          </a:p>
          <a:p>
            <a:pPr/>
            <a:r>
              <a:t>Physical activity enhances cognitive function and memory.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Ayurvedic Perspective 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Exercise balances body doshas: Vata, Pitta, Kapha.</a:t>
            </a:r>
          </a:p>
          <a:p>
            <a:pPr/>
            <a:r>
              <a:t>Promotes detoxification and improves digestion.</a:t>
            </a:r>
          </a:p>
          <a:p>
            <a:pPr/>
            <a:r>
              <a:t>Supports mental clarity and emotional stability.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Health Benefits of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Helps maintain healthy weight and body composition.</a:t>
            </a:r>
          </a:p>
          <a:p>
            <a:pPr/>
            <a:r>
              <a:t>Strengthens muscles and bones, reducing injury risk.</a:t>
            </a:r>
          </a:p>
          <a:p>
            <a:pPr/>
            <a:r>
              <a:t>Boosts immune system function and disease resistance.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Mental and Emotional Advantages of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Regular activity combats stress and promotes relaxation.</a:t>
            </a:r>
          </a:p>
          <a:p>
            <a:pPr/>
            <a:r>
              <a:t>Enhances self-esteem and body image.</a:t>
            </a:r>
          </a:p>
          <a:p>
            <a:pPr/>
            <a:r>
              <a:t>Fosters social connections through group fitness activities.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Exercise's Role in Disease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Reduces the risk of type 2 diabetes and heart disease.</a:t>
            </a:r>
          </a:p>
          <a:p>
            <a:pPr/>
            <a:r>
              <a:t>Can lower the likelihood of certain cancers.</a:t>
            </a:r>
          </a:p>
          <a:p>
            <a:pPr/>
            <a:r>
              <a:t>Improves longevity and quality of life.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as a Tool for Weight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Burns calories and boosts metabolism effectively.</a:t>
            </a:r>
          </a:p>
          <a:p>
            <a:pPr/>
            <a:r>
              <a:t>Supports long-term weight loss and maintenance.</a:t>
            </a:r>
          </a:p>
          <a:p>
            <a:pPr/>
            <a:r>
              <a:t>Encourages healthier eating habits.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for Effective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Aim for at least 150 minutes of moderate exercise weekly.</a:t>
            </a:r>
          </a:p>
          <a:p>
            <a:pPr/>
            <a:r>
              <a:t>Include strength training at least twice a week.</a:t>
            </a:r>
          </a:p>
          <a:p>
            <a:pPr/>
            <a:r>
              <a:t>Find activities you enjoy to enhance consistency.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Barriers to Exercise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Common barriers: time, motivation, access to facilities.</a:t>
            </a:r>
          </a:p>
          <a:p>
            <a:pPr/>
            <a:r>
              <a:t>Solutions: schedule workouts, find a workout buddy.</a:t>
            </a:r>
          </a:p>
          <a:p>
            <a:pPr/>
            <a:r>
              <a:t>Start small and gradually increase exercise duration.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Exercise in Our Lives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Embrace technology: use apps and wearables for tracking.</a:t>
            </a:r>
          </a:p>
          <a:p>
            <a:pPr/>
            <a:r>
              <a:t>Focus on holistic approaches combining mind and body.</a:t>
            </a:r>
          </a:p>
          <a:p>
            <a:pPr/>
            <a:r>
              <a:t>Advocate for community programs promoting physical activity.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